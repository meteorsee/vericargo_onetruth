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anropeSemiBold-bold.fntdata"/><Relationship Id="rId12" Type="http://schemas.openxmlformats.org/officeDocument/2006/relationships/font" Target="fonts/Manrope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nrope-bold.fntdata"/><Relationship Id="rId14" Type="http://schemas.openxmlformats.org/officeDocument/2006/relationships/font" Target="fonts/Manrop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Submission Guidelines:</a:t>
            </a:r>
            <a:b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1" lang="en-GB" sz="1442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(Things to add on the submission deck)</a:t>
            </a:r>
            <a:endParaRPr b="1" i="1" sz="1442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Problem Brief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real business problem does this solve?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Who is the target user/persona?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is the current pain point and how does this improve it?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Industry/domain context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Architecture Diagram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design showing data flow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Which CoCo CLI skills are used and how they connect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sources (structured/unstructured)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modular components plug together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Impact Statement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Measurable outcomes (time saved, accuracy improvement, etc.)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 potential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this extends beyond the demo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1" lang="en-GB" sz="9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Slide</a:t>
            </a:r>
            <a:endParaRPr b="0" i="1" sz="6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